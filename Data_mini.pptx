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Mini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 enables you to weave together content and executable code into a finished document. To learn more about Quarto see </a:t>
            </a:r>
            <a:r>
              <a:rPr>
                <a:hlinkClick r:id="rId2"/>
              </a:rPr>
              <a:t>https://quarto.org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Render</a:t>
            </a:r>
            <a:r>
              <a:rPr/>
              <a:t> button a document will be generated that includes both content and the output of embedded code. You can embed code like this: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  <a:p>
            <a:pPr lvl="0" indent="0" marL="0">
              <a:buNone/>
            </a:pPr>
            <a:r>
              <a:rPr/>
              <a:t>You can add options to executable code like this</a:t>
            </a:r>
          </a:p>
          <a:p>
            <a:pPr lvl="0" indent="0">
              <a:buNone/>
            </a:pPr>
            <a:r>
              <a:rPr>
                <a:latin typeface="Courier"/>
              </a:rPr>
              <a:t>[1] 4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echo: false</a:t>
            </a:r>
            <a:r>
              <a:rPr/>
              <a:t> option disables the printing of code (only output is displayed).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</dc:title>
  <dc:creator/>
  <cp:keywords/>
  <dcterms:created xsi:type="dcterms:W3CDTF">2026-02-08T15:28:13Z</dcterms:created>
  <dcterms:modified xsi:type="dcterms:W3CDTF">2026-02-08T15:28:13Z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source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